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4F46E5"/>
                </a:solidFill>
              </a:defRPr>
            </a:pPr>
            <a:r>
              <a:t>POINT D'ÉTAPE PÉDAGOGIQUE — WEMODO</a:t>
            </a:r>
          </a:p>
          <a:p>
            <a:pPr>
              <a:spcAft>
                <a:spcPts val="1600"/>
              </a:spcAft>
              <a:defRPr sz="3800" b="1">
                <a:solidFill>
                  <a:srgbClr val="0F172A"/>
                </a:solidFill>
              </a:defRPr>
            </a:pPr>
            <a:r>
              <a:t>Architecture des Modules 4 &amp; 5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Validation de la structure, des pistes de projet fil rouge et des choix d'arbitrage avant tournage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120640"/>
            <a:ext cx="9966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2578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Objectif de la séance : Aligner l'équipe sur la séparation « Boîte à outils (M4) » vs « Sprint Certifiant (M5) » et arrêter le projet de fin d'études.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PHILOSOPHIE PÉDAGOGIQUE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La nouvelle articulation : Apprentissage vs Exécution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Séparer l'acquisition des briques techniques et la réalisation du projet certifiant pour maximiser la réussite.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M4 — APPRENDRE  •  MODULE 4 : L'Armurerie &amp; la Boîte à Outils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Objectif : Découvrir, tester et maîtriser chaque technologie une par une.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Projet support : Application d'exercice (ex: Wander) pour ancrer la pratique.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Environnement local : Installation d'Antigravity et utilisation du Terminal.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Persistance : Connexion Supabase (BaaS) et création de tables SQL via MCP.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Sécurité &amp; Accès : Authentification (Email/OAuth) et règles de RLS.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Postulat : L'apprenant a le droit à l'erreur et expérimente sans la pression de l'examen.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M5 — PRODUIRE  •  MODULE 5 : Le Sprint Certifiant (Conditions Réelles)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Objectif : Réaliser son projet de certification de A à Z en autonomie guidée.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Nouveau sujet : Projet inédit (Wander s'arrête en fin de M4).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Méthodologie pro : Cadrage formalisé ➔ Dépôt Git ➔ 7 étapes chronologiques de dev.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100 % conforme à la certification : Couverture stricte des 6 compétences (C1 à C6).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Livrables officiels générés : Dossier PDF, Repo GitHub, App Vercel, Vidéo de démo.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Postulat : L'apprenant applique les compétences acquises en M4 sans réexplication théorique.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CONTENU DU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4 : Antigravity, BDD &amp; Authentification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29 leçons réparties en 4 chapitres pour doter l'apprenant de tous ses super-pouvoirs techniques.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57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  •  Ch. 1 — Bases d’Antigravity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8 leçons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Pourquoi un IDE local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Installation &amp; setup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Découverte interface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Commandes Terminal clés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Exécution de scripts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Prise en main de l'agent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2057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  •  Ch. 2 — Évolution de projet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7 leçons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Démarrage from scratch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Reprise de projet existant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Variables &amp; secrets (.env)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Lancement en local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Audit &amp; itération agent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Débogage pas-à-pas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2057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  •  Ch. 3 — Base de données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7 leçons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Découverte Supabase BaaS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Création projet Cloud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Connexion via le MCP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Modélisation SQL par IA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Connexion du client JS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Persistance dans l'UI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6060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21488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  •  Ch. 4 — Auth &amp; RLS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7 leçons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Gestion session &amp; JWT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Portail Email/Password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Connexion Google (OAuth)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Protection routes privées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Théorie de la faille RLS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Politiques RLS SQL 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CONTENU DU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5 : Réussir son Projet Certifiant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19 leçons en 3 chapitres — Un accompagnement pas-à-pas pour sécuriser les 4 livrables du jury.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803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CADRAGE  •  Ch. 1 — Cadrer son projet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4 leçons  •  Livrable n°1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Décryptage grille d'évaluation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Périmètre &amp; Persona (CE1.1)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Schéma Mermaid du parcours utilisateur (CE1.2)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Règles contextuelles structurantes avec AGENTS.md (CE1.3)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632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DÉVELOPPEMENT  •  Ch. 2 — Le Sprint de Dév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8 leçons  •  7 Étapes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Étape 1 : Générer le prototype initial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Étape 2 : Init Git &amp; reprise locale (CE3.1)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Étape 3 : Injecter contexte AGENTS.md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Étape 4 : Intégrer l'API externe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Étape 5 : Connecter BDD &amp; Auth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Étape 6 : Verrouiller avec le RLS 🚨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Étape 7 : Audit ergonomie &amp; bugs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28803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LIVRAISON  •  Ch. 3 — Prod &amp; Certification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7 leçons  •  Livrables 2, 3, 4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Refactoring propre (CE3.3)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Dépôt GitHub + README (Livrable 3)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Déploiement Vercel HTTPS (Livrable 2)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Audit sécurité étanchéité données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Vidéo de démo 3-5 min (Livrable 4)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Préparation &amp; conseils QCM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PROJET CERTIFIANT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Pistes de Projet Fil Rouge pour le 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Le projet fil rouge doit obligatoirement combiner : IA générative, BDD Cloud, Auth privée, RLS et Vercel.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803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B2B / VENTE  •  Piste 1 : Outil Métier &amp; B2B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Typologie : Prospection &amp; Qualification de leads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Valeur ajoutée IA : Analyse du profil de l'entreprise et rédaction de pitchs personnalisés.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Base de données : Table des prospects, statuts, historique des échanges.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Auth &amp; RLS : Espace commercial privé, un commercial ne voit que ses propres leads.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Atout : Profil très valorisable sur le marché du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632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MARKETING  •  Piste 2 : Plateforme Marketing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Typologie : Planificateur &amp; Générateur de Contenu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Valeur ajoutée IA : Génération de calendrier éditorial, posts réseaux sociaux &amp; newsletters.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Base de données : Bibliothèque de contenus, statuts (brouillon, validé, publié).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Auth &amp; RLS : Espace créateur / marque sécurisé, isolation complète des publications.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Atout : Cas d'usage très universel, ludique et immédiat.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28803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RH / COACHING  •  Piste 3 : Suivi &amp; Coaching RH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Typologie : Dashboard d'Objectifs &amp; Suivi Personnalisé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Valeur ajoutée IA : Génération de plans d'action sur-mesure selon les forces/faiblesses.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Base de données : Objectifs, étapes cochées, calcul de métriques en direct.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Auth &amp; RLS : Données personnelles sensibles avec justification parfaite du RLS.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Atout : Démontre la gestion rigoureuse de données confidentielles.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POINTS DE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 Arbitrages Clés pour l'Équipe Pédagogique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Les choix stratégiques à trancher ensemble pour sécuriser la qualité pédagogique et le tournage.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ARBITRAGE 1  •  1. Choix du Sujet du Module 5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Quelle piste thématique retenons-nous pour le tournage (B2B, Marketing, ou Coaching) ?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L'apprenant suit-il le même sujet ou est-il encouragé à personnaliser son propre projet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ARBITRAGE 2  •  2. Workflow Git ➔ Vercel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On valide l'initialisation de Git dès le début du Chapitre 2 (CE3.1 : commits réguliers).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Déploiement Vercel connecté au repo GitHub (meilleure pratique pro et automatisée).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ARBITRAGE 3  •  3. Fonctions Avancées (Skills / Agents)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Intégration comme accélérateurs dans les 7 étapes (Browser Agent pour l'UI, sous-agent refactoring).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Évite d'alourdir le programme tout en montrant la puissance d'Antigravity.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ARBITRAGE 4  •  4. Sécurisation du Dossier de Cadrage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Fournir un modèle de dossier (Markdown/Notion) pour guider l'apprenant.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Intégrer le schéma Mermaid dès l'étape de cadrage pour valider le critère CE1.2.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PLANNING DE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Roadmap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Calendrier des actions pour finaliser les modules 4 et 5 avant la date limite de mise en ligne.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803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JUSQU'À J+5  •  Étape 1 : Cadrage &amp; Scripts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Validation finale des arbitrages aujourd'hui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Rédaction des scripts des leçons théoriques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Création des prompts types pour l'agent IA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Préparation du code starter du projet M5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Durée estimée : 3 à 5 jours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632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J+5 À J+10  •  Étape 2 : Tournage &amp; Démos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Enregistrement des leçons logicielles (screencasts)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Démonstrations des 7 étapes de développement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Vérification en direct du RLS et du déploiement Vercel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Enregistrement des capsules théoriques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Durée estimée : 4 à 6 jours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28803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J+10 À J+15  •  Étape 3 : Recette &amp; Sortie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Montage vidéo et habillage graphique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Vérification complète de la grille certifiante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Génération des quiz d'auto-évaluation (QCM)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Publication sur la plateforme Wemodo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•  Durée estimée : 3 jours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